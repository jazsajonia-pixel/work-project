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65" r:id="rId4"/>
  </p:sldMasterIdLst>
  <p:notesMasterIdLst>
    <p:notesMasterId r:id="rId6"/>
  </p:notesMasterIdLst>
  <p:sldIdLst>
    <p:sldId id="273" r:id="rId5"/>
    <p:sldId id="257" r:id="rId7"/>
    <p:sldId id="2882" r:id="rId8"/>
    <p:sldId id="2836" r:id="rId9"/>
    <p:sldId id="2906" r:id="rId10"/>
    <p:sldId id="2907" r:id="rId11"/>
    <p:sldId id="2908" r:id="rId12"/>
    <p:sldId id="2893" r:id="rId13"/>
    <p:sldId id="2898" r:id="rId14"/>
    <p:sldId id="2900" r:id="rId15"/>
    <p:sldId id="2899" r:id="rId16"/>
    <p:sldId id="2901" r:id="rId17"/>
    <p:sldId id="2902" r:id="rId18"/>
    <p:sldId id="2904" r:id="rId19"/>
    <p:sldId id="2905" r:id="rId20"/>
    <p:sldId id="643" r:id="rId21"/>
    <p:sldId id="271" r:id="rId22"/>
    <p:sldId id="634" r:id="rId23"/>
    <p:sldId id="260" r:id="rId24"/>
  </p:sldIdLst>
  <p:sldSz cx="13808075" cy="7772400"/>
  <p:notesSz cx="6858000" cy="9144000"/>
  <p:defaultTextStyle>
    <a:defPPr>
      <a:defRPr lang="en-US"/>
    </a:defPPr>
    <a:lvl1pPr marL="0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6585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32535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49120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65705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81655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98240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314825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931410" algn="l" defTabSz="12325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34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peration PC" initials="OP" lastIdx="2" clrIdx="0"/>
  <p:cmAuthor id="2" name="aomine daiki" initials="ad" lastIdx="1" clrIdx="1"/>
  <p:cmAuthor id="3" name="user" initials="u" lastIdx="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3840" autoAdjust="0"/>
  </p:normalViewPr>
  <p:slideViewPr>
    <p:cSldViewPr showGuides="1">
      <p:cViewPr>
        <p:scale>
          <a:sx n="81" d="100"/>
          <a:sy n="81" d="100"/>
        </p:scale>
        <p:origin x="264" y="-130"/>
      </p:cViewPr>
      <p:guideLst>
        <p:guide orient="horz" pos="2448"/>
        <p:guide pos="43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8" d="100"/>
        <a:sy n="15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7245A-5032-4430-8F81-7ADD80BC192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4D319-BDEA-4F62-8C77-EA99119F6DE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6585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32535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49120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65705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81655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98240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14825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31410" algn="l" defTabSz="12325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4D319-BDEA-4F62-8C77-EA99119F6DE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Google Shape;181;g35f391192_0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30588"/>
          </a:xfrm>
          <a:noFill/>
        </p:spPr>
      </p:sp>
      <p:sp>
        <p:nvSpPr>
          <p:cNvPr id="93187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318480" y="191226"/>
            <a:ext cx="1593193" cy="367951"/>
          </a:xfrm>
        </p:spPr>
        <p:txBody>
          <a:bodyPr/>
          <a:lstStyle>
            <a:lvl1pPr marL="139700" indent="325755" defTabSz="857250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defTabSz="857250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defTabSz="857250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defTabSz="857250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defTabSz="857250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8572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8572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8572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8572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indent="0" algn="just" defTabSz="870585">
              <a:lnSpc>
                <a:spcPct val="150000"/>
              </a:lnSpc>
              <a:defRPr/>
            </a:pPr>
            <a:endParaRPr lang="en-US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96454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defTabSz="866140">
              <a:defRPr/>
            </a:pPr>
            <a:fld id="{60E0BFEA-7F20-497C-AD61-2450114933CA}" type="slidenum">
              <a:rPr lang="en-PH" altLang="en-US" sz="110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en-PH" alt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defTabSz="866140">
              <a:defRPr/>
            </a:pPr>
            <a:fld id="{60E0BFEA-7F20-497C-AD61-2450114933CA}" type="slidenum">
              <a:rPr lang="en-PH" altLang="en-US" sz="110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en-PH" alt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defTabSz="866140">
              <a:defRPr/>
            </a:pPr>
            <a:fld id="{60E0BFEA-7F20-497C-AD61-2450114933CA}" type="slidenum">
              <a:rPr lang="en-PH" altLang="en-US" sz="110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en-PH" alt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866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0E0BFEA-7F20-497C-AD61-2450114933CA}" type="slidenum">
              <a:rPr kumimoji="0" lang="en-PH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PH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245;g35ed75ccf_0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7350" y="153988"/>
            <a:ext cx="6083300" cy="3424237"/>
          </a:xfrm>
          <a:noFill/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97813" y="3591765"/>
            <a:ext cx="5462375" cy="4607879"/>
          </a:xfrm>
        </p:spPr>
        <p:txBody>
          <a:bodyPr spcFirstLastPara="1">
            <a:noAutofit/>
          </a:bodyPr>
          <a:lstStyle/>
          <a:p>
            <a:r>
              <a:rPr lang="en-US" sz="170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 pitchFamily="34" charset="0"/>
              </a:rPr>
              <a:t>That ends my presentation. Thank you and God Bless us all!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 pitchFamily="34" charset="0"/>
            </a:endParaRPr>
          </a:p>
          <a:p>
            <a:pPr marL="0" lvl="3" algn="just" defTabSz="938530">
              <a:lnSpc>
                <a:spcPct val="150000"/>
              </a:lnSpc>
              <a:buSzPts val="1400"/>
              <a:tabLst>
                <a:tab pos="155575" algn="l"/>
              </a:tabLst>
              <a:defRPr/>
            </a:pPr>
            <a:endParaRPr lang="en-US" altLang="en-US" sz="15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4" name="Slide Number Placeholder 3"/>
          <p:cNvSpPr txBox="1"/>
          <p:nvPr/>
        </p:nvSpPr>
        <p:spPr bwMode="auto">
          <a:xfrm>
            <a:off x="3884991" y="8684779"/>
            <a:ext cx="2971431" cy="4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633" tIns="43317" rIns="86633" bIns="43317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39775" indent="-28448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3792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2580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47875" indent="-22733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0317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5783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13125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68420" indent="-22733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defTabSz="866140">
              <a:defRPr/>
            </a:pPr>
            <a:fld id="{60E0BFEA-7F20-497C-AD61-2450114933CA}" type="slidenum">
              <a:rPr lang="en-PH" altLang="en-US" sz="110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en-PH" alt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;p2"/>
          <p:cNvSpPr/>
          <p:nvPr/>
        </p:nvSpPr>
        <p:spPr>
          <a:xfrm>
            <a:off x="11392830" y="993142"/>
            <a:ext cx="1962048" cy="654897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lIns="164301" tIns="164301" rIns="164301" bIns="164301" anchor="ctr"/>
          <a:lstStyle/>
          <a:p>
            <a:pPr>
              <a:buClr>
                <a:srgbClr val="000000"/>
              </a:buClr>
              <a:buFont typeface="Arial" panose="020B0604020202020204"/>
              <a:buNone/>
              <a:defRPr/>
            </a:pPr>
            <a:endParaRPr sz="3500" kern="0"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" name="Google Shape;11;p2"/>
          <p:cNvGrpSpPr/>
          <p:nvPr/>
        </p:nvGrpSpPr>
        <p:grpSpPr bwMode="auto">
          <a:xfrm>
            <a:off x="0" y="-10791"/>
            <a:ext cx="13079726" cy="7783195"/>
            <a:chOff x="0" y="-7088"/>
            <a:chExt cx="8661398" cy="5150588"/>
          </a:xfrm>
        </p:grpSpPr>
        <p:sp>
          <p:nvSpPr>
            <p:cNvPr id="5" name="Google Shape;12;p2"/>
            <p:cNvSpPr/>
            <p:nvPr/>
          </p:nvSpPr>
          <p:spPr>
            <a:xfrm>
              <a:off x="0" y="56"/>
              <a:ext cx="3525057" cy="514344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 rot="10800000" flipH="1">
              <a:off x="3517911" y="-7088"/>
              <a:ext cx="5143487" cy="5143444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7" name="Google Shape;14;p2"/>
          <p:cNvGrpSpPr/>
          <p:nvPr/>
        </p:nvGrpSpPr>
        <p:grpSpPr bwMode="auto">
          <a:xfrm rot="10800000" flipH="1">
            <a:off x="6" y="1648040"/>
            <a:ext cx="13360276" cy="4476327"/>
            <a:chOff x="-8178042" y="-4493254"/>
            <a:chExt cx="19483598" cy="6522736"/>
          </a:xfrm>
        </p:grpSpPr>
        <p:sp>
          <p:nvSpPr>
            <p:cNvPr id="8" name="Google Shape;15;p2"/>
            <p:cNvSpPr/>
            <p:nvPr/>
          </p:nvSpPr>
          <p:spPr>
            <a:xfrm>
              <a:off x="-8178042" y="-4490633"/>
              <a:ext cx="12968959" cy="65227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4783048" y="-4493254"/>
              <a:ext cx="6522508" cy="652273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0" name="Google Shape;17;p2"/>
          <p:cNvGrpSpPr/>
          <p:nvPr/>
        </p:nvGrpSpPr>
        <p:grpSpPr bwMode="auto">
          <a:xfrm>
            <a:off x="5553450" y="6464406"/>
            <a:ext cx="8276213" cy="654897"/>
            <a:chOff x="5582265" y="4646738"/>
            <a:chExt cx="5480829" cy="432996"/>
          </a:xfrm>
        </p:grpSpPr>
        <p:sp>
          <p:nvSpPr>
            <p:cNvPr id="11" name="Google Shape;18;p2"/>
            <p:cNvSpPr/>
            <p:nvPr/>
          </p:nvSpPr>
          <p:spPr>
            <a:xfrm rot="10800000">
              <a:off x="5582265" y="4948884"/>
              <a:ext cx="394210" cy="13085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2" name="Google Shape;19;p2"/>
            <p:cNvGrpSpPr/>
            <p:nvPr/>
          </p:nvGrpSpPr>
          <p:grpSpPr bwMode="auto"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13" name="Google Shape;20;p2"/>
              <p:cNvSpPr/>
              <p:nvPr/>
            </p:nvSpPr>
            <p:spPr>
              <a:xfrm>
                <a:off x="-24158752" y="330075"/>
                <a:ext cx="28910188" cy="169936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" name="Google Shape;21;p2"/>
              <p:cNvSpPr/>
              <p:nvPr/>
            </p:nvSpPr>
            <p:spPr>
              <a:xfrm>
                <a:off x="4711559" y="330075"/>
                <a:ext cx="1701381" cy="169936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035607" y="1648244"/>
            <a:ext cx="8105902" cy="447576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63;p10"/>
          <p:cNvGrpSpPr/>
          <p:nvPr/>
        </p:nvGrpSpPr>
        <p:grpSpPr bwMode="auto">
          <a:xfrm rot="10800000">
            <a:off x="5" y="6"/>
            <a:ext cx="3327031" cy="1012931"/>
            <a:chOff x="5575242" y="4472723"/>
            <a:chExt cx="2202830" cy="670795"/>
          </a:xfrm>
        </p:grpSpPr>
        <p:sp>
          <p:nvSpPr>
            <p:cNvPr id="3" name="Google Shape;164;p10"/>
            <p:cNvSpPr/>
            <p:nvPr/>
          </p:nvSpPr>
          <p:spPr>
            <a:xfrm rot="10800000">
              <a:off x="5576432" y="4948118"/>
              <a:ext cx="394128" cy="131061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" name="Google Shape;165;p10"/>
            <p:cNvGrpSpPr/>
            <p:nvPr/>
          </p:nvGrpSpPr>
          <p:grpSpPr bwMode="auto"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8" name="Google Shape;166;p10"/>
              <p:cNvSpPr/>
              <p:nvPr/>
            </p:nvSpPr>
            <p:spPr>
              <a:xfrm>
                <a:off x="1294929" y="330075"/>
                <a:ext cx="3477454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" name="Google Shape;167;p10"/>
              <p:cNvSpPr/>
              <p:nvPr/>
            </p:nvSpPr>
            <p:spPr>
              <a:xfrm>
                <a:off x="4766351" y="333095"/>
                <a:ext cx="1701027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5" name="Google Shape;168;p10"/>
            <p:cNvGrpSpPr/>
            <p:nvPr/>
          </p:nvGrpSpPr>
          <p:grpSpPr bwMode="auto"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" name="Google Shape;169;p10"/>
              <p:cNvSpPr/>
              <p:nvPr/>
            </p:nvSpPr>
            <p:spPr>
              <a:xfrm>
                <a:off x="-5827153" y="323089"/>
                <a:ext cx="10618129" cy="170209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7" name="Google Shape;170;p10"/>
              <p:cNvSpPr/>
              <p:nvPr/>
            </p:nvSpPr>
            <p:spPr>
              <a:xfrm>
                <a:off x="4751108" y="329736"/>
                <a:ext cx="1701027" cy="170209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10" name="Google Shape;171;p10"/>
          <p:cNvGrpSpPr/>
          <p:nvPr/>
        </p:nvGrpSpPr>
        <p:grpSpPr bwMode="auto">
          <a:xfrm>
            <a:off x="10490042" y="6759470"/>
            <a:ext cx="3327031" cy="1012930"/>
            <a:chOff x="5575242" y="4472723"/>
            <a:chExt cx="2202830" cy="670795"/>
          </a:xfrm>
        </p:grpSpPr>
        <p:sp>
          <p:nvSpPr>
            <p:cNvPr id="11" name="Google Shape;172;p10"/>
            <p:cNvSpPr/>
            <p:nvPr/>
          </p:nvSpPr>
          <p:spPr>
            <a:xfrm rot="10800000">
              <a:off x="5575242" y="4948118"/>
              <a:ext cx="394128" cy="131061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2" name="Google Shape;173;p10"/>
            <p:cNvGrpSpPr/>
            <p:nvPr/>
          </p:nvGrpSpPr>
          <p:grpSpPr bwMode="auto"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" name="Google Shape;174;p10"/>
              <p:cNvSpPr/>
              <p:nvPr/>
            </p:nvSpPr>
            <p:spPr>
              <a:xfrm>
                <a:off x="1297945" y="330075"/>
                <a:ext cx="3477455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7" name="Google Shape;175;p10"/>
              <p:cNvSpPr/>
              <p:nvPr/>
            </p:nvSpPr>
            <p:spPr>
              <a:xfrm>
                <a:off x="4766351" y="330075"/>
                <a:ext cx="1701027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3" name="Google Shape;176;p10"/>
            <p:cNvGrpSpPr/>
            <p:nvPr/>
          </p:nvGrpSpPr>
          <p:grpSpPr bwMode="auto"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4" name="Google Shape;177;p10"/>
              <p:cNvSpPr/>
              <p:nvPr/>
            </p:nvSpPr>
            <p:spPr>
              <a:xfrm>
                <a:off x="-5827153" y="329736"/>
                <a:ext cx="10618129" cy="170209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" name="Google Shape;178;p10"/>
              <p:cNvSpPr/>
              <p:nvPr/>
            </p:nvSpPr>
            <p:spPr>
              <a:xfrm>
                <a:off x="4751108" y="329736"/>
                <a:ext cx="1701027" cy="1702094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18" name="Google Shape;179;p10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defRPr>
            </a:lvl1pPr>
            <a:lvl2pPr marL="1001395" indent="-38544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4114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5709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73680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9026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400685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62280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23938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F5A52436-3A69-4D20-89CD-4855D082406C}" type="slidenum">
              <a:rPr lang="en-US"/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+ 2 columns">
  <p:cSld name="Title + 2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82;p6"/>
          <p:cNvGrpSpPr/>
          <p:nvPr/>
        </p:nvGrpSpPr>
        <p:grpSpPr bwMode="auto">
          <a:xfrm>
            <a:off x="4" y="7"/>
            <a:ext cx="10680667" cy="2006071"/>
            <a:chOff x="-4" y="40"/>
            <a:chExt cx="7072430" cy="1327315"/>
          </a:xfrm>
        </p:grpSpPr>
        <p:sp>
          <p:nvSpPr>
            <p:cNvPr id="6" name="Google Shape;83;p6"/>
            <p:cNvSpPr/>
            <p:nvPr/>
          </p:nvSpPr>
          <p:spPr>
            <a:xfrm>
              <a:off x="6292422" y="126224"/>
              <a:ext cx="780004" cy="259511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" name="Google Shape;84;p6"/>
            <p:cNvGrpSpPr/>
            <p:nvPr/>
          </p:nvGrpSpPr>
          <p:grpSpPr bwMode="auto"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1" name="Google Shape;85;p6"/>
              <p:cNvSpPr/>
              <p:nvPr/>
            </p:nvSpPr>
            <p:spPr>
              <a:xfrm>
                <a:off x="-2168147" y="330075"/>
                <a:ext cx="6957525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" name="Google Shape;86;p6"/>
              <p:cNvSpPr/>
              <p:nvPr/>
            </p:nvSpPr>
            <p:spPr>
              <a:xfrm>
                <a:off x="4781754" y="330075"/>
                <a:ext cx="1700119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" name="Google Shape;87;p6"/>
            <p:cNvGrpSpPr/>
            <p:nvPr/>
          </p:nvGrpSpPr>
          <p:grpSpPr bwMode="auto"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9" name="Google Shape;88;p6"/>
              <p:cNvSpPr/>
              <p:nvPr/>
            </p:nvSpPr>
            <p:spPr>
              <a:xfrm>
                <a:off x="-9089461" y="330929"/>
                <a:ext cx="13883141" cy="169872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" name="Google Shape;89;p6"/>
              <p:cNvSpPr/>
              <p:nvPr/>
            </p:nvSpPr>
            <p:spPr>
              <a:xfrm>
                <a:off x="4785812" y="330929"/>
                <a:ext cx="1699334" cy="1698722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" name="Google Shape;90;p6"/>
          <p:cNvGrpSpPr/>
          <p:nvPr/>
        </p:nvGrpSpPr>
        <p:grpSpPr bwMode="auto">
          <a:xfrm>
            <a:off x="10490042" y="6759470"/>
            <a:ext cx="3327031" cy="1012930"/>
            <a:chOff x="5575242" y="4472723"/>
            <a:chExt cx="2202830" cy="670795"/>
          </a:xfrm>
        </p:grpSpPr>
        <p:sp>
          <p:nvSpPr>
            <p:cNvPr id="14" name="Google Shape;91;p6"/>
            <p:cNvSpPr/>
            <p:nvPr/>
          </p:nvSpPr>
          <p:spPr>
            <a:xfrm rot="10800000">
              <a:off x="5575242" y="4948118"/>
              <a:ext cx="394128" cy="131061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5" name="Google Shape;92;p6"/>
            <p:cNvGrpSpPr/>
            <p:nvPr/>
          </p:nvGrpSpPr>
          <p:grpSpPr bwMode="auto"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9" name="Google Shape;93;p6"/>
              <p:cNvSpPr/>
              <p:nvPr/>
            </p:nvSpPr>
            <p:spPr>
              <a:xfrm>
                <a:off x="1297945" y="330075"/>
                <a:ext cx="3477455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0" name="Google Shape;94;p6"/>
              <p:cNvSpPr/>
              <p:nvPr/>
            </p:nvSpPr>
            <p:spPr>
              <a:xfrm>
                <a:off x="4766351" y="330075"/>
                <a:ext cx="1701027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6" name="Google Shape;95;p6"/>
            <p:cNvGrpSpPr/>
            <p:nvPr/>
          </p:nvGrpSpPr>
          <p:grpSpPr bwMode="auto"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" name="Google Shape;96;p6"/>
              <p:cNvSpPr/>
              <p:nvPr/>
            </p:nvSpPr>
            <p:spPr>
              <a:xfrm>
                <a:off x="-5827153" y="329736"/>
                <a:ext cx="10618129" cy="170209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8" name="Google Shape;97;p6"/>
              <p:cNvSpPr/>
              <p:nvPr/>
            </p:nvSpPr>
            <p:spPr>
              <a:xfrm>
                <a:off x="4751108" y="329736"/>
                <a:ext cx="1701027" cy="1702094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1229613" y="593225"/>
            <a:ext cx="7940549" cy="1157813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1229612" y="2324071"/>
            <a:ext cx="5101468" cy="4116720"/>
          </a:xfrm>
          <a:prstGeom prst="rect">
            <a:avLst/>
          </a:prstGeom>
        </p:spPr>
        <p:txBody>
          <a:bodyPr spcFirstLastPara="1" anchor="t">
            <a:noAutofit/>
          </a:bodyPr>
          <a:lstStyle>
            <a:lvl1pPr marL="821690" lvl="0" indent="-638810">
              <a:spcBef>
                <a:spcPts val="1080"/>
              </a:spcBef>
              <a:spcAft>
                <a:spcPts val="0"/>
              </a:spcAft>
              <a:buSzPts val="2000"/>
              <a:buChar char="▰"/>
              <a:defRPr sz="3600"/>
            </a:lvl1pPr>
            <a:lvl2pPr marL="1643380" lvl="1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2pPr>
            <a:lvl3pPr marL="2465070" lvl="2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3pPr>
            <a:lvl4pPr marL="3286760" lvl="3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4pPr>
            <a:lvl5pPr marL="4108450" lvl="4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5pPr>
            <a:lvl6pPr marL="4930140" lvl="5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6pPr>
            <a:lvl7pPr marL="5751830" lvl="6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7pPr>
            <a:lvl8pPr marL="6573520" lvl="7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8pPr>
            <a:lvl9pPr marL="7394575" lvl="8" indent="-638810">
              <a:spcBef>
                <a:spcPts val="1795"/>
              </a:spcBef>
              <a:spcAft>
                <a:spcPts val="1795"/>
              </a:spcAft>
              <a:buSzPts val="2000"/>
              <a:buChar char="▻"/>
              <a:defRPr sz="3600"/>
            </a:lvl9pPr>
          </a:lstStyle>
          <a:p/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6638452" y="2324071"/>
            <a:ext cx="5101468" cy="4116720"/>
          </a:xfrm>
          <a:prstGeom prst="rect">
            <a:avLst/>
          </a:prstGeom>
        </p:spPr>
        <p:txBody>
          <a:bodyPr spcFirstLastPara="1" anchor="t">
            <a:noAutofit/>
          </a:bodyPr>
          <a:lstStyle>
            <a:lvl1pPr marL="821690" lvl="0" indent="-638810">
              <a:spcBef>
                <a:spcPts val="1080"/>
              </a:spcBef>
              <a:spcAft>
                <a:spcPts val="0"/>
              </a:spcAft>
              <a:buSzPts val="2000"/>
              <a:buChar char="▰"/>
              <a:defRPr sz="3600"/>
            </a:lvl1pPr>
            <a:lvl2pPr marL="1643380" lvl="1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2pPr>
            <a:lvl3pPr marL="2465070" lvl="2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3pPr>
            <a:lvl4pPr marL="3286760" lvl="3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4pPr>
            <a:lvl5pPr marL="4108450" lvl="4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5pPr>
            <a:lvl6pPr marL="4930140" lvl="5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6pPr>
            <a:lvl7pPr marL="5751830" lvl="6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7pPr>
            <a:lvl8pPr marL="6573520" lvl="7" indent="-638810">
              <a:spcBef>
                <a:spcPts val="1795"/>
              </a:spcBef>
              <a:spcAft>
                <a:spcPts val="0"/>
              </a:spcAft>
              <a:buSzPts val="2000"/>
              <a:buChar char="▻"/>
              <a:defRPr sz="3600"/>
            </a:lvl8pPr>
            <a:lvl9pPr marL="7394575" lvl="8" indent="-638810">
              <a:spcBef>
                <a:spcPts val="1795"/>
              </a:spcBef>
              <a:spcAft>
                <a:spcPts val="1795"/>
              </a:spcAft>
              <a:buSzPts val="2000"/>
              <a:buChar char="▻"/>
              <a:defRPr sz="3600"/>
            </a:lvl9pPr>
          </a:lstStyle>
          <a:p/>
        </p:txBody>
      </p:sp>
      <p:sp>
        <p:nvSpPr>
          <p:cNvPr id="21" name="Google Shape;101;p6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defRPr>
            </a:lvl1pPr>
            <a:lvl2pPr marL="1001395" indent="-38544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4114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5709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73680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9026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400685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62280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23938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41E831DD-8EF6-4129-B763-E92CDB7AF8A9}" type="slidenum">
              <a:rPr lang="en-US"/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0404" y="7203875"/>
            <a:ext cx="3221884" cy="413808"/>
          </a:xfrm>
          <a:prstGeom prst="rect">
            <a:avLst/>
          </a:prstGeom>
        </p:spPr>
        <p:txBody>
          <a:bodyPr lIns="123277" tIns="61640" rIns="123277" bIns="61640"/>
          <a:lstStyle/>
          <a:p>
            <a:fld id="{C03ECEDB-2655-4E78-AAF2-F7A5EE255624}" type="datetimeFigureOut">
              <a:rPr lang="en-PH">
                <a:solidFill>
                  <a:prstClr val="black">
                    <a:tint val="75000"/>
                  </a:prstClr>
                </a:solidFill>
              </a:rPr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7760" y="7203875"/>
            <a:ext cx="4372557" cy="413808"/>
          </a:xfrm>
          <a:prstGeom prst="rect">
            <a:avLst/>
          </a:prstGeom>
        </p:spPr>
        <p:txBody>
          <a:bodyPr lIns="123277" tIns="61640" rIns="123277" bIns="61640"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E13C-2142-416B-A23B-CD0005FD6259}" type="slidenum">
              <a:rPr lang="en-PH" smtClean="0">
                <a:solidFill>
                  <a:prstClr val="black">
                    <a:tint val="75000"/>
                  </a:prstClr>
                </a:solidFill>
              </a:rPr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5607" y="2414506"/>
            <a:ext cx="11736864" cy="16660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1213" y="4404361"/>
            <a:ext cx="9665654" cy="19862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388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58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78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9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17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37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56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743" y="4994501"/>
            <a:ext cx="11736864" cy="1543685"/>
          </a:xfrm>
        </p:spPr>
        <p:txBody>
          <a:bodyPr anchor="t"/>
          <a:lstStyle>
            <a:lvl1pPr algn="l">
              <a:defRPr sz="55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743" y="3294283"/>
            <a:ext cx="11736864" cy="170021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976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3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5864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7840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975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71729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33705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95617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0412" y="1813580"/>
            <a:ext cx="6098568" cy="5129425"/>
          </a:xfrm>
        </p:spPr>
        <p:txBody>
          <a:bodyPr/>
          <a:lstStyle>
            <a:lvl1pPr>
              <a:defRPr sz="3700"/>
            </a:lvl1pPr>
            <a:lvl2pPr>
              <a:defRPr sz="3400"/>
            </a:lvl2pPr>
            <a:lvl3pPr>
              <a:defRPr sz="27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9107" y="1813580"/>
            <a:ext cx="6098568" cy="5129425"/>
          </a:xfrm>
        </p:spPr>
        <p:txBody>
          <a:bodyPr/>
          <a:lstStyle>
            <a:lvl1pPr>
              <a:defRPr sz="3700"/>
            </a:lvl1pPr>
            <a:lvl2pPr>
              <a:defRPr sz="3400"/>
            </a:lvl2pPr>
            <a:lvl3pPr>
              <a:defRPr sz="27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412" y="1739811"/>
            <a:ext cx="6100964" cy="725065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19760" indent="0">
              <a:buNone/>
              <a:defRPr sz="2700" b="1"/>
            </a:lvl2pPr>
            <a:lvl3pPr marL="1238885" indent="0">
              <a:buNone/>
              <a:defRPr sz="2500" b="1"/>
            </a:lvl3pPr>
            <a:lvl4pPr marL="1858645" indent="0">
              <a:buNone/>
              <a:defRPr sz="2100" b="1"/>
            </a:lvl4pPr>
            <a:lvl5pPr marL="2478405" indent="0">
              <a:buNone/>
              <a:defRPr sz="2100" b="1"/>
            </a:lvl5pPr>
            <a:lvl6pPr marL="3097530" indent="0">
              <a:buNone/>
              <a:defRPr sz="2100" b="1"/>
            </a:lvl6pPr>
            <a:lvl7pPr marL="3717290" indent="0">
              <a:buNone/>
              <a:defRPr sz="2100" b="1"/>
            </a:lvl7pPr>
            <a:lvl8pPr marL="4337050" indent="0">
              <a:buNone/>
              <a:defRPr sz="2100" b="1"/>
            </a:lvl8pPr>
            <a:lvl9pPr marL="495617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0412" y="2464867"/>
            <a:ext cx="6100964" cy="4478125"/>
          </a:xfrm>
        </p:spPr>
        <p:txBody>
          <a:bodyPr/>
          <a:lstStyle>
            <a:lvl1pPr>
              <a:defRPr sz="3400"/>
            </a:lvl1pPr>
            <a:lvl2pPr>
              <a:defRPr sz="27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14315" y="1739811"/>
            <a:ext cx="6103362" cy="725065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19760" indent="0">
              <a:buNone/>
              <a:defRPr sz="2700" b="1"/>
            </a:lvl2pPr>
            <a:lvl3pPr marL="1238885" indent="0">
              <a:buNone/>
              <a:defRPr sz="2500" b="1"/>
            </a:lvl3pPr>
            <a:lvl4pPr marL="1858645" indent="0">
              <a:buNone/>
              <a:defRPr sz="2100" b="1"/>
            </a:lvl4pPr>
            <a:lvl5pPr marL="2478405" indent="0">
              <a:buNone/>
              <a:defRPr sz="2100" b="1"/>
            </a:lvl5pPr>
            <a:lvl6pPr marL="3097530" indent="0">
              <a:buNone/>
              <a:defRPr sz="2100" b="1"/>
            </a:lvl6pPr>
            <a:lvl7pPr marL="3717290" indent="0">
              <a:buNone/>
              <a:defRPr sz="2100" b="1"/>
            </a:lvl7pPr>
            <a:lvl8pPr marL="4337050" indent="0">
              <a:buNone/>
              <a:defRPr sz="2100" b="1"/>
            </a:lvl8pPr>
            <a:lvl9pPr marL="495617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14315" y="2464867"/>
            <a:ext cx="6103362" cy="4478125"/>
          </a:xfrm>
        </p:spPr>
        <p:txBody>
          <a:bodyPr/>
          <a:lstStyle>
            <a:lvl1pPr>
              <a:defRPr sz="3400"/>
            </a:lvl1pPr>
            <a:lvl2pPr>
              <a:defRPr sz="27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08" y="309457"/>
            <a:ext cx="4542761" cy="131699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576" y="309481"/>
            <a:ext cx="7719097" cy="6633528"/>
          </a:xfrm>
        </p:spPr>
        <p:txBody>
          <a:bodyPr/>
          <a:lstStyle>
            <a:lvl1pPr>
              <a:defRPr sz="4500"/>
            </a:lvl1pPr>
            <a:lvl2pPr>
              <a:defRPr sz="3700"/>
            </a:lvl2pPr>
            <a:lvl3pPr>
              <a:defRPr sz="34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0408" y="1626470"/>
            <a:ext cx="4542761" cy="5316538"/>
          </a:xfrm>
        </p:spPr>
        <p:txBody>
          <a:bodyPr/>
          <a:lstStyle>
            <a:lvl1pPr marL="0" indent="0">
              <a:buNone/>
              <a:defRPr sz="1900"/>
            </a:lvl1pPr>
            <a:lvl2pPr marL="619760" indent="0">
              <a:buNone/>
              <a:defRPr sz="1800"/>
            </a:lvl2pPr>
            <a:lvl3pPr marL="1238885" indent="0">
              <a:buNone/>
              <a:defRPr sz="1500"/>
            </a:lvl3pPr>
            <a:lvl4pPr marL="1858645" indent="0">
              <a:buNone/>
              <a:defRPr sz="1200"/>
            </a:lvl4pPr>
            <a:lvl5pPr marL="2478405" indent="0">
              <a:buNone/>
              <a:defRPr sz="1200"/>
            </a:lvl5pPr>
            <a:lvl6pPr marL="3097530" indent="0">
              <a:buNone/>
              <a:defRPr sz="1200"/>
            </a:lvl6pPr>
            <a:lvl7pPr marL="3717290" indent="0">
              <a:buNone/>
              <a:defRPr sz="1200"/>
            </a:lvl7pPr>
            <a:lvl8pPr marL="4337050" indent="0">
              <a:buNone/>
              <a:defRPr sz="1200"/>
            </a:lvl8pPr>
            <a:lvl9pPr marL="49561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6484" y="5440682"/>
            <a:ext cx="8284845" cy="64230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06484" y="694479"/>
            <a:ext cx="8284845" cy="4663440"/>
          </a:xfrm>
        </p:spPr>
        <p:txBody>
          <a:bodyPr/>
          <a:lstStyle>
            <a:lvl1pPr marL="0" indent="0">
              <a:buNone/>
              <a:defRPr sz="4500"/>
            </a:lvl1pPr>
            <a:lvl2pPr marL="619760" indent="0">
              <a:buNone/>
              <a:defRPr sz="3700"/>
            </a:lvl2pPr>
            <a:lvl3pPr marL="1238885" indent="0">
              <a:buNone/>
              <a:defRPr sz="3400"/>
            </a:lvl3pPr>
            <a:lvl4pPr marL="1858645" indent="0">
              <a:buNone/>
              <a:defRPr sz="2700"/>
            </a:lvl4pPr>
            <a:lvl5pPr marL="2478405" indent="0">
              <a:buNone/>
              <a:defRPr sz="2700"/>
            </a:lvl5pPr>
            <a:lvl6pPr marL="3097530" indent="0">
              <a:buNone/>
              <a:defRPr sz="2700"/>
            </a:lvl6pPr>
            <a:lvl7pPr marL="3717290" indent="0">
              <a:buNone/>
              <a:defRPr sz="2700"/>
            </a:lvl7pPr>
            <a:lvl8pPr marL="4337050" indent="0">
              <a:buNone/>
              <a:defRPr sz="2700"/>
            </a:lvl8pPr>
            <a:lvl9pPr marL="4956175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06484" y="6082983"/>
            <a:ext cx="8284845" cy="912177"/>
          </a:xfrm>
        </p:spPr>
        <p:txBody>
          <a:bodyPr/>
          <a:lstStyle>
            <a:lvl1pPr marL="0" indent="0">
              <a:buNone/>
              <a:defRPr sz="1900"/>
            </a:lvl1pPr>
            <a:lvl2pPr marL="619760" indent="0">
              <a:buNone/>
              <a:defRPr sz="1800"/>
            </a:lvl2pPr>
            <a:lvl3pPr marL="1238885" indent="0">
              <a:buNone/>
              <a:defRPr sz="1500"/>
            </a:lvl3pPr>
            <a:lvl4pPr marL="1858645" indent="0">
              <a:buNone/>
              <a:defRPr sz="1200"/>
            </a:lvl4pPr>
            <a:lvl5pPr marL="2478405" indent="0">
              <a:buNone/>
              <a:defRPr sz="1200"/>
            </a:lvl5pPr>
            <a:lvl6pPr marL="3097530" indent="0">
              <a:buNone/>
              <a:defRPr sz="1200"/>
            </a:lvl6pPr>
            <a:lvl7pPr marL="3717290" indent="0">
              <a:buNone/>
              <a:defRPr sz="1200"/>
            </a:lvl7pPr>
            <a:lvl8pPr marL="4337050" indent="0">
              <a:buNone/>
              <a:defRPr sz="1200"/>
            </a:lvl8pPr>
            <a:lvl9pPr marL="49561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10857" y="311279"/>
            <a:ext cx="3106817" cy="66317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0405" y="311279"/>
            <a:ext cx="9090316" cy="6631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CD72-CFA4-47C4-AE30-C79A306E7534}" type="datetimeFigureOut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908F4-1EAF-4CC8-BB6B-265FA5FFA684}" type="slidenum">
              <a:rPr lang="en-US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;p2"/>
          <p:cNvSpPr/>
          <p:nvPr/>
        </p:nvSpPr>
        <p:spPr>
          <a:xfrm>
            <a:off x="11392830" y="993141"/>
            <a:ext cx="1962048" cy="654897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lIns="164329" tIns="164329" rIns="164329" bIns="164329" anchor="ctr"/>
          <a:lstStyle/>
          <a:p>
            <a:pPr>
              <a:buClr>
                <a:srgbClr val="000000"/>
              </a:buClr>
              <a:buFont typeface="Arial" panose="020B0604020202020204"/>
              <a:buNone/>
              <a:defRPr/>
            </a:pPr>
            <a:endParaRPr sz="3500" kern="0">
              <a:solidFill>
                <a:srgbClr val="263248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" name="Google Shape;11;p2"/>
          <p:cNvGrpSpPr/>
          <p:nvPr/>
        </p:nvGrpSpPr>
        <p:grpSpPr bwMode="auto">
          <a:xfrm>
            <a:off x="0" y="-10792"/>
            <a:ext cx="13079726" cy="7783195"/>
            <a:chOff x="0" y="-7088"/>
            <a:chExt cx="8661398" cy="5150588"/>
          </a:xfrm>
        </p:grpSpPr>
        <p:sp>
          <p:nvSpPr>
            <p:cNvPr id="5" name="Google Shape;12;p2"/>
            <p:cNvSpPr/>
            <p:nvPr/>
          </p:nvSpPr>
          <p:spPr>
            <a:xfrm>
              <a:off x="0" y="56"/>
              <a:ext cx="3525057" cy="514344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 rot="10800000" flipH="1">
              <a:off x="3517911" y="-7088"/>
              <a:ext cx="5143487" cy="5143444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7" name="Google Shape;14;p2"/>
          <p:cNvGrpSpPr/>
          <p:nvPr/>
        </p:nvGrpSpPr>
        <p:grpSpPr bwMode="auto">
          <a:xfrm rot="10800000" flipH="1">
            <a:off x="6" y="1648039"/>
            <a:ext cx="13360276" cy="4476327"/>
            <a:chOff x="-8178042" y="-4493254"/>
            <a:chExt cx="19483598" cy="6522736"/>
          </a:xfrm>
        </p:grpSpPr>
        <p:sp>
          <p:nvSpPr>
            <p:cNvPr id="8" name="Google Shape;15;p2"/>
            <p:cNvSpPr/>
            <p:nvPr/>
          </p:nvSpPr>
          <p:spPr>
            <a:xfrm>
              <a:off x="-8178042" y="-4490633"/>
              <a:ext cx="12968959" cy="65227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4783048" y="-4493254"/>
              <a:ext cx="6522508" cy="652273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0" name="Google Shape;17;p2"/>
          <p:cNvGrpSpPr/>
          <p:nvPr/>
        </p:nvGrpSpPr>
        <p:grpSpPr bwMode="auto">
          <a:xfrm>
            <a:off x="5553449" y="6464406"/>
            <a:ext cx="8276213" cy="654897"/>
            <a:chOff x="5582265" y="4646738"/>
            <a:chExt cx="5480829" cy="432996"/>
          </a:xfrm>
        </p:grpSpPr>
        <p:sp>
          <p:nvSpPr>
            <p:cNvPr id="11" name="Google Shape;18;p2"/>
            <p:cNvSpPr/>
            <p:nvPr/>
          </p:nvSpPr>
          <p:spPr>
            <a:xfrm rot="10800000">
              <a:off x="5582265" y="4948884"/>
              <a:ext cx="394210" cy="13085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2" name="Google Shape;19;p2"/>
            <p:cNvGrpSpPr/>
            <p:nvPr/>
          </p:nvGrpSpPr>
          <p:grpSpPr bwMode="auto"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13" name="Google Shape;20;p2"/>
              <p:cNvSpPr/>
              <p:nvPr/>
            </p:nvSpPr>
            <p:spPr>
              <a:xfrm>
                <a:off x="-24158752" y="330075"/>
                <a:ext cx="28910188" cy="169936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" name="Google Shape;21;p2"/>
              <p:cNvSpPr/>
              <p:nvPr/>
            </p:nvSpPr>
            <p:spPr>
              <a:xfrm>
                <a:off x="4711559" y="330075"/>
                <a:ext cx="1701381" cy="169936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035607" y="1648244"/>
            <a:ext cx="8105902" cy="447576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9pPr>
          </a:lstStyle>
          <a:p/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63;p10"/>
          <p:cNvGrpSpPr/>
          <p:nvPr/>
        </p:nvGrpSpPr>
        <p:grpSpPr bwMode="auto">
          <a:xfrm rot="10800000">
            <a:off x="4" y="6"/>
            <a:ext cx="3327031" cy="1012931"/>
            <a:chOff x="5575242" y="4472723"/>
            <a:chExt cx="2202830" cy="670795"/>
          </a:xfrm>
        </p:grpSpPr>
        <p:sp>
          <p:nvSpPr>
            <p:cNvPr id="3" name="Google Shape;164;p10"/>
            <p:cNvSpPr/>
            <p:nvPr/>
          </p:nvSpPr>
          <p:spPr>
            <a:xfrm rot="10800000">
              <a:off x="5576432" y="4948118"/>
              <a:ext cx="394128" cy="131061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" name="Google Shape;165;p10"/>
            <p:cNvGrpSpPr/>
            <p:nvPr/>
          </p:nvGrpSpPr>
          <p:grpSpPr bwMode="auto"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8" name="Google Shape;166;p10"/>
              <p:cNvSpPr/>
              <p:nvPr/>
            </p:nvSpPr>
            <p:spPr>
              <a:xfrm>
                <a:off x="1294929" y="330075"/>
                <a:ext cx="3477454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" name="Google Shape;167;p10"/>
              <p:cNvSpPr/>
              <p:nvPr/>
            </p:nvSpPr>
            <p:spPr>
              <a:xfrm>
                <a:off x="4766351" y="333095"/>
                <a:ext cx="1701027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5" name="Google Shape;168;p10"/>
            <p:cNvGrpSpPr/>
            <p:nvPr/>
          </p:nvGrpSpPr>
          <p:grpSpPr bwMode="auto"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" name="Google Shape;169;p10"/>
              <p:cNvSpPr/>
              <p:nvPr/>
            </p:nvSpPr>
            <p:spPr>
              <a:xfrm>
                <a:off x="-5827153" y="323089"/>
                <a:ext cx="10618129" cy="170209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7" name="Google Shape;170;p10"/>
              <p:cNvSpPr/>
              <p:nvPr/>
            </p:nvSpPr>
            <p:spPr>
              <a:xfrm>
                <a:off x="4751108" y="329736"/>
                <a:ext cx="1701027" cy="170209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10" name="Google Shape;171;p10"/>
          <p:cNvGrpSpPr/>
          <p:nvPr/>
        </p:nvGrpSpPr>
        <p:grpSpPr bwMode="auto">
          <a:xfrm>
            <a:off x="10490041" y="6759470"/>
            <a:ext cx="3327031" cy="1012930"/>
            <a:chOff x="5575242" y="4472723"/>
            <a:chExt cx="2202830" cy="670795"/>
          </a:xfrm>
        </p:grpSpPr>
        <p:sp>
          <p:nvSpPr>
            <p:cNvPr id="11" name="Google Shape;172;p10"/>
            <p:cNvSpPr/>
            <p:nvPr/>
          </p:nvSpPr>
          <p:spPr>
            <a:xfrm rot="10800000">
              <a:off x="5575242" y="4948118"/>
              <a:ext cx="394128" cy="131061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2" name="Google Shape;173;p10"/>
            <p:cNvGrpSpPr/>
            <p:nvPr/>
          </p:nvGrpSpPr>
          <p:grpSpPr bwMode="auto"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" name="Google Shape;174;p10"/>
              <p:cNvSpPr/>
              <p:nvPr/>
            </p:nvSpPr>
            <p:spPr>
              <a:xfrm>
                <a:off x="1297945" y="330075"/>
                <a:ext cx="3477455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7" name="Google Shape;175;p10"/>
              <p:cNvSpPr/>
              <p:nvPr/>
            </p:nvSpPr>
            <p:spPr>
              <a:xfrm>
                <a:off x="4766351" y="330075"/>
                <a:ext cx="1701027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3" name="Google Shape;176;p10"/>
            <p:cNvGrpSpPr/>
            <p:nvPr/>
          </p:nvGrpSpPr>
          <p:grpSpPr bwMode="auto"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4" name="Google Shape;177;p10"/>
              <p:cNvSpPr/>
              <p:nvPr/>
            </p:nvSpPr>
            <p:spPr>
              <a:xfrm>
                <a:off x="-5827153" y="329736"/>
                <a:ext cx="10618129" cy="170209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" name="Google Shape;178;p10"/>
              <p:cNvSpPr/>
              <p:nvPr/>
            </p:nvSpPr>
            <p:spPr>
              <a:xfrm>
                <a:off x="4751108" y="329736"/>
                <a:ext cx="1701027" cy="1702094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18" name="Google Shape;179;p10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defRPr>
            </a:lvl1pPr>
            <a:lvl2pPr marL="1002030" indent="-38544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4114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57730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7431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9090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400748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62343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24002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F5A52436-3A69-4D20-89CD-4855D082406C}" type="slidenum">
              <a:rPr lang="en-US"/>
            </a:fld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+ 2 columns">
  <p:cSld name="Title + 2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82;p6"/>
          <p:cNvGrpSpPr/>
          <p:nvPr/>
        </p:nvGrpSpPr>
        <p:grpSpPr bwMode="auto">
          <a:xfrm>
            <a:off x="3" y="6"/>
            <a:ext cx="10680667" cy="2006071"/>
            <a:chOff x="-4" y="40"/>
            <a:chExt cx="7072430" cy="1327315"/>
          </a:xfrm>
        </p:grpSpPr>
        <p:sp>
          <p:nvSpPr>
            <p:cNvPr id="6" name="Google Shape;83;p6"/>
            <p:cNvSpPr/>
            <p:nvPr/>
          </p:nvSpPr>
          <p:spPr>
            <a:xfrm>
              <a:off x="6292422" y="126224"/>
              <a:ext cx="780004" cy="259511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" name="Google Shape;84;p6"/>
            <p:cNvGrpSpPr/>
            <p:nvPr/>
          </p:nvGrpSpPr>
          <p:grpSpPr bwMode="auto"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1" name="Google Shape;85;p6"/>
              <p:cNvSpPr/>
              <p:nvPr/>
            </p:nvSpPr>
            <p:spPr>
              <a:xfrm>
                <a:off x="-2168147" y="330075"/>
                <a:ext cx="6957525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" name="Google Shape;86;p6"/>
              <p:cNvSpPr/>
              <p:nvPr/>
            </p:nvSpPr>
            <p:spPr>
              <a:xfrm>
                <a:off x="4781754" y="330075"/>
                <a:ext cx="1700119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" name="Google Shape;87;p6"/>
            <p:cNvGrpSpPr/>
            <p:nvPr/>
          </p:nvGrpSpPr>
          <p:grpSpPr bwMode="auto"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9" name="Google Shape;88;p6"/>
              <p:cNvSpPr/>
              <p:nvPr/>
            </p:nvSpPr>
            <p:spPr>
              <a:xfrm>
                <a:off x="-9089461" y="330929"/>
                <a:ext cx="13883141" cy="169872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" name="Google Shape;89;p6"/>
              <p:cNvSpPr/>
              <p:nvPr/>
            </p:nvSpPr>
            <p:spPr>
              <a:xfrm>
                <a:off x="4785812" y="330929"/>
                <a:ext cx="1699334" cy="1698722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" name="Google Shape;90;p6"/>
          <p:cNvGrpSpPr/>
          <p:nvPr/>
        </p:nvGrpSpPr>
        <p:grpSpPr bwMode="auto">
          <a:xfrm>
            <a:off x="10490041" y="6759470"/>
            <a:ext cx="3327031" cy="1012930"/>
            <a:chOff x="5575242" y="4472723"/>
            <a:chExt cx="2202830" cy="670795"/>
          </a:xfrm>
        </p:grpSpPr>
        <p:sp>
          <p:nvSpPr>
            <p:cNvPr id="14" name="Google Shape;91;p6"/>
            <p:cNvSpPr/>
            <p:nvPr/>
          </p:nvSpPr>
          <p:spPr>
            <a:xfrm rot="10800000">
              <a:off x="5575242" y="4948118"/>
              <a:ext cx="394128" cy="131061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3500" kern="0">
                <a:solidFill>
                  <a:srgbClr val="263248"/>
                </a:solidFill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5" name="Google Shape;92;p6"/>
            <p:cNvGrpSpPr/>
            <p:nvPr/>
          </p:nvGrpSpPr>
          <p:grpSpPr bwMode="auto"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9" name="Google Shape;93;p6"/>
              <p:cNvSpPr/>
              <p:nvPr/>
            </p:nvSpPr>
            <p:spPr>
              <a:xfrm>
                <a:off x="1297945" y="330075"/>
                <a:ext cx="3477455" cy="169950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0" name="Google Shape;94;p6"/>
              <p:cNvSpPr/>
              <p:nvPr/>
            </p:nvSpPr>
            <p:spPr>
              <a:xfrm>
                <a:off x="4766351" y="330075"/>
                <a:ext cx="1701027" cy="1699506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6" name="Google Shape;95;p6"/>
            <p:cNvGrpSpPr/>
            <p:nvPr/>
          </p:nvGrpSpPr>
          <p:grpSpPr bwMode="auto"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" name="Google Shape;96;p6"/>
              <p:cNvSpPr/>
              <p:nvPr/>
            </p:nvSpPr>
            <p:spPr>
              <a:xfrm>
                <a:off x="-5827153" y="329736"/>
                <a:ext cx="10618129" cy="170209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8" name="Google Shape;97;p6"/>
              <p:cNvSpPr/>
              <p:nvPr/>
            </p:nvSpPr>
            <p:spPr>
              <a:xfrm>
                <a:off x="4751108" y="329736"/>
                <a:ext cx="1701027" cy="1702094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lIns="91425" tIns="91425" rIns="91425" bIns="91425" anchor="ctr"/>
              <a:lstStyle/>
              <a:p>
                <a:pPr>
                  <a:buClr>
                    <a:srgbClr val="000000"/>
                  </a:buClr>
                  <a:buFont typeface="Arial" panose="020B0604020202020204"/>
                  <a:buNone/>
                  <a:defRPr/>
                </a:pPr>
                <a:endParaRPr sz="3500" kern="0">
                  <a:solidFill>
                    <a:srgbClr val="263248"/>
                  </a:solidFill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1229612" y="593224"/>
            <a:ext cx="7940549" cy="1157813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1229612" y="2324071"/>
            <a:ext cx="5101468" cy="4116720"/>
          </a:xfrm>
          <a:prstGeom prst="rect">
            <a:avLst/>
          </a:prstGeom>
        </p:spPr>
        <p:txBody>
          <a:bodyPr spcFirstLastPara="1" anchor="t">
            <a:noAutofit/>
          </a:bodyPr>
          <a:lstStyle>
            <a:lvl1pPr marL="821690" lvl="0" indent="-639445">
              <a:spcBef>
                <a:spcPts val="1080"/>
              </a:spcBef>
              <a:spcAft>
                <a:spcPts val="0"/>
              </a:spcAft>
              <a:buSzPts val="2000"/>
              <a:buChar char="▰"/>
              <a:defRPr sz="3600"/>
            </a:lvl1pPr>
            <a:lvl2pPr marL="1643380" lvl="1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2pPr>
            <a:lvl3pPr marL="2465070" lvl="2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3pPr>
            <a:lvl4pPr marL="3287395" lvl="3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4pPr>
            <a:lvl5pPr marL="4109085" lvl="4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5pPr>
            <a:lvl6pPr marL="4930775" lvl="5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6pPr>
            <a:lvl7pPr marL="5752465" lvl="6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7pPr>
            <a:lvl8pPr marL="6574155" lvl="7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8pPr>
            <a:lvl9pPr marL="7395845" lvl="8" indent="-639445">
              <a:spcBef>
                <a:spcPts val="1800"/>
              </a:spcBef>
              <a:spcAft>
                <a:spcPts val="1800"/>
              </a:spcAft>
              <a:buSzPts val="2000"/>
              <a:buChar char="▻"/>
              <a:defRPr sz="3600"/>
            </a:lvl9pPr>
          </a:lstStyle>
          <a:p/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6638452" y="2324071"/>
            <a:ext cx="5101468" cy="4116720"/>
          </a:xfrm>
          <a:prstGeom prst="rect">
            <a:avLst/>
          </a:prstGeom>
        </p:spPr>
        <p:txBody>
          <a:bodyPr spcFirstLastPara="1" anchor="t">
            <a:noAutofit/>
          </a:bodyPr>
          <a:lstStyle>
            <a:lvl1pPr marL="821690" lvl="0" indent="-639445">
              <a:spcBef>
                <a:spcPts val="1080"/>
              </a:spcBef>
              <a:spcAft>
                <a:spcPts val="0"/>
              </a:spcAft>
              <a:buSzPts val="2000"/>
              <a:buChar char="▰"/>
              <a:defRPr sz="3600"/>
            </a:lvl1pPr>
            <a:lvl2pPr marL="1643380" lvl="1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2pPr>
            <a:lvl3pPr marL="2465070" lvl="2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3pPr>
            <a:lvl4pPr marL="3287395" lvl="3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4pPr>
            <a:lvl5pPr marL="4109085" lvl="4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5pPr>
            <a:lvl6pPr marL="4930775" lvl="5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6pPr>
            <a:lvl7pPr marL="5752465" lvl="6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7pPr>
            <a:lvl8pPr marL="6574155" lvl="7" indent="-639445">
              <a:spcBef>
                <a:spcPts val="1800"/>
              </a:spcBef>
              <a:spcAft>
                <a:spcPts val="0"/>
              </a:spcAft>
              <a:buSzPts val="2000"/>
              <a:buChar char="▻"/>
              <a:defRPr sz="3600"/>
            </a:lvl8pPr>
            <a:lvl9pPr marL="7395845" lvl="8" indent="-639445">
              <a:spcBef>
                <a:spcPts val="1800"/>
              </a:spcBef>
              <a:spcAft>
                <a:spcPts val="1800"/>
              </a:spcAft>
              <a:buSzPts val="2000"/>
              <a:buChar char="▻"/>
              <a:defRPr sz="3600"/>
            </a:lvl9pPr>
          </a:lstStyle>
          <a:p/>
        </p:txBody>
      </p:sp>
      <p:sp>
        <p:nvSpPr>
          <p:cNvPr id="21" name="Google Shape;101;p6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defRPr>
            </a:lvl1pPr>
            <a:lvl2pPr marL="1002030" indent="-38544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4114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57730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7431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9090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400748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62343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24002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41E831DD-8EF6-4129-B763-E92CDB7AF8A9}" type="slidenum">
              <a:rPr lang="en-US"/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0404" y="7203875"/>
            <a:ext cx="3221884" cy="413808"/>
          </a:xfrm>
          <a:prstGeom prst="rect">
            <a:avLst/>
          </a:prstGeom>
        </p:spPr>
        <p:txBody>
          <a:bodyPr lIns="123298" tIns="61650" rIns="123298" bIns="61650"/>
          <a:lstStyle/>
          <a:p>
            <a:fld id="{C03ECEDB-2655-4E78-AAF2-F7A5EE255624}" type="datetimeFigureOut">
              <a:rPr lang="en-PH">
                <a:solidFill>
                  <a:prstClr val="black">
                    <a:tint val="75000"/>
                  </a:prstClr>
                </a:solidFill>
              </a:rPr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7759" y="7203875"/>
            <a:ext cx="4372557" cy="413808"/>
          </a:xfrm>
          <a:prstGeom prst="rect">
            <a:avLst/>
          </a:prstGeom>
        </p:spPr>
        <p:txBody>
          <a:bodyPr lIns="123298" tIns="61650" rIns="123298" bIns="61650"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E13C-2142-416B-A23B-CD0005FD6259}" type="slidenum">
              <a:rPr lang="en-PH" smtClean="0">
                <a:solidFill>
                  <a:prstClr val="black">
                    <a:tint val="75000"/>
                  </a:prstClr>
                </a:solidFill>
              </a:rPr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1230109" y="593732"/>
            <a:ext cx="7939913" cy="115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3259" tIns="123259" rIns="123259" bIns="123259" numCol="1" anchor="ctr" anchorCtr="0" compatLnSpc="1"/>
          <a:lstStyle/>
          <a:p>
            <a:pPr lvl="0"/>
            <a:endParaRPr lang="en-US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1230109" y="2006074"/>
            <a:ext cx="9259935" cy="4753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3259" tIns="123259" rIns="123259" bIns="123259" numCol="1" anchor="ctr" anchorCtr="0" compatLnSpc="1"/>
          <a:lstStyle/>
          <a:p>
            <a:pPr lvl="0"/>
            <a:endParaRPr lang="en-US">
              <a:sym typeface="Arial" panose="020B0604020202020204" pitchFamily="34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1504336" y="7005956"/>
            <a:ext cx="2246195" cy="476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3259" tIns="123259" rIns="123259" bIns="123259" numCol="1" anchor="ctr" anchorCtr="0" compatLnSpc="1"/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defRPr sz="2200" b="1"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defRPr>
            </a:lvl1pPr>
            <a:lvl2pPr marL="1001395" indent="-38544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4114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5709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73680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9026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400685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62280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23938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73E0FCB-CA22-48F1-81ED-FB40CFC74198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62280" indent="-46228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marL="1001395" lvl="1" indent="-38544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marL="1541145" lvl="2" indent="-30797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marL="2157095" lvl="3" indent="-30797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marL="2773680" lvl="4" indent="-30797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411" y="311256"/>
            <a:ext cx="12427269" cy="1295400"/>
          </a:xfrm>
          <a:prstGeom prst="rect">
            <a:avLst/>
          </a:prstGeom>
        </p:spPr>
        <p:txBody>
          <a:bodyPr vert="horz" lIns="91725" tIns="45858" rIns="91725" bIns="4585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411" y="1813580"/>
            <a:ext cx="12427269" cy="5129425"/>
          </a:xfrm>
          <a:prstGeom prst="rect">
            <a:avLst/>
          </a:prstGeom>
        </p:spPr>
        <p:txBody>
          <a:bodyPr vert="horz" lIns="91725" tIns="45858" rIns="91725" bIns="45858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0404" y="7203888"/>
            <a:ext cx="3221884" cy="413809"/>
          </a:xfrm>
          <a:prstGeom prst="rect">
            <a:avLst/>
          </a:prstGeom>
        </p:spPr>
        <p:txBody>
          <a:bodyPr vert="horz" lIns="91725" tIns="45858" rIns="91725" bIns="45858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8885"/>
            <a:fld id="{D03CCD72-CFA4-47C4-AE30-C79A306E753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17764" y="7203888"/>
            <a:ext cx="4372557" cy="413809"/>
          </a:xfrm>
          <a:prstGeom prst="rect">
            <a:avLst/>
          </a:prstGeom>
        </p:spPr>
        <p:txBody>
          <a:bodyPr vert="horz" lIns="91725" tIns="45858" rIns="91725" bIns="45858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8885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5787" y="7203888"/>
            <a:ext cx="3221884" cy="413809"/>
          </a:xfrm>
          <a:prstGeom prst="rect">
            <a:avLst/>
          </a:prstGeom>
        </p:spPr>
        <p:txBody>
          <a:bodyPr vert="horz" lIns="91725" tIns="45858" rIns="91725" bIns="45858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8885"/>
            <a:fld id="{CDD908F4-1EAF-4CC8-BB6B-265FA5FFA6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defTabSz="1238885" rtl="0" eaLnBrk="1" latinLnBrk="0" hangingPunct="1">
        <a:spcBef>
          <a:spcPct val="0"/>
        </a:spcBef>
        <a:buNone/>
        <a:defRPr sz="6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4820" indent="-464820" algn="l" defTabSz="1238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06475" indent="-387350" algn="l" defTabSz="123888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48765" indent="-309880" algn="l" defTabSz="1238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168525" indent="-309880" algn="l" defTabSz="123888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87650" indent="-309880" algn="l" defTabSz="123888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07410" indent="-309880" algn="l" defTabSz="1238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27170" indent="-309880" algn="l" defTabSz="1238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46930" indent="-309880" algn="l" defTabSz="1238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266055" indent="-309880" algn="l" defTabSz="12388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19760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885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858645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478405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097530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7290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37050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956175" algn="l" defTabSz="1238885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1230108" y="593731"/>
            <a:ext cx="7939913" cy="115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3280" tIns="123280" rIns="123280" bIns="123280" numCol="1" anchor="ctr" anchorCtr="0" compatLnSpc="1"/>
          <a:lstStyle/>
          <a:p>
            <a:pPr lvl="0"/>
            <a:endParaRPr lang="en-US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1230108" y="2006074"/>
            <a:ext cx="9259935" cy="4753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3280" tIns="123280" rIns="123280" bIns="123280" numCol="1" anchor="ctr" anchorCtr="0" compatLnSpc="1"/>
          <a:lstStyle/>
          <a:p>
            <a:pPr lvl="0"/>
            <a:endParaRPr lang="en-US">
              <a:sym typeface="Arial" panose="020B0604020202020204" pitchFamily="34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1504336" y="7005955"/>
            <a:ext cx="2246195" cy="476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3280" tIns="123280" rIns="123280" bIns="123280" numCol="1" anchor="ctr" anchorCtr="0" compatLnSpc="1"/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defRPr sz="2200" b="1"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defRPr>
            </a:lvl1pPr>
            <a:lvl2pPr marL="1002030" indent="-38544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4114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57730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74315" indent="-307975" eaLnBrk="0" hangingPunct="0"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9090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400748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623435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240020" indent="-3079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73E0FCB-CA22-48F1-81ED-FB40CFC74198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ransition spd="slow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62280" indent="-46228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marL="1002030" lvl="1" indent="-38544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marL="1541145" lvl="2" indent="-30797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marL="2157730" lvl="3" indent="-30797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marL="2774315" lvl="4" indent="-307975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5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GIF"/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GIF"/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037" y="657396"/>
          <a:ext cx="13685838" cy="4790197"/>
        </p:xfrm>
        <a:graphic>
          <a:graphicData uri="http://schemas.openxmlformats.org/drawingml/2006/table">
            <a:tbl>
              <a:tblPr/>
              <a:tblGrid>
                <a:gridCol w="295727"/>
                <a:gridCol w="771073"/>
                <a:gridCol w="609600"/>
                <a:gridCol w="406971"/>
                <a:gridCol w="691538"/>
                <a:gridCol w="845213"/>
                <a:gridCol w="845213"/>
                <a:gridCol w="537863"/>
                <a:gridCol w="461025"/>
                <a:gridCol w="537863"/>
                <a:gridCol w="461025"/>
                <a:gridCol w="537863"/>
                <a:gridCol w="614700"/>
                <a:gridCol w="629285"/>
                <a:gridCol w="565516"/>
                <a:gridCol w="472744"/>
                <a:gridCol w="613927"/>
                <a:gridCol w="498475"/>
                <a:gridCol w="456523"/>
                <a:gridCol w="1124150"/>
                <a:gridCol w="569848"/>
                <a:gridCol w="506532"/>
                <a:gridCol w="633164"/>
              </a:tblGrid>
              <a:tr h="485604">
                <a:tc rowSpan="5" grid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Projects,</a:t>
                      </a:r>
                      <a:r>
                        <a:rPr lang="en-US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 Program and Activities`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5" hMerge="1">
                  <a:tcPr/>
                </a:tc>
                <a:tc gridSpan="11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ANTI-CARNAPPING OPERATIONS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(70 points)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ENFORCEMENT OF TRAFFIC LAWS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(20 points)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DHPG PROGRAM THRUST</a:t>
                      </a:r>
                      <a:endParaRPr lang="en-US" sz="9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(10 points)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 marL="3596" marR="3596" marT="35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rowSpan="5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TOTAL</a:t>
                      </a:r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50762">
                <a:tc vMerge="1" gridSpan="2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hMerge="1"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NUMBER OF ARRESTED PERSON INVOLVED IN CARNAPPING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NUMBER OF ARMED ENCOUNTER IN</a:t>
                      </a:r>
                      <a:r>
                        <a:rPr lang="en-US" sz="9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 CARNAPPING</a:t>
                      </a:r>
                      <a:endParaRPr lang="en-US" sz="9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(HPG Initiated Only)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NUMBER OF RECOVERED/</a:t>
                      </a:r>
                      <a:r>
                        <a:rPr lang="en-US" sz="9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 CONFISCATED </a:t>
                      </a:r>
                      <a:r>
                        <a:rPr lang="en-US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FIREARMS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(HPG Initiated Only)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NUM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BER OF CARNAPPING CASES FILED IN COURT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(HPG Initiated Only)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NUMBER OF RECOVERED VEHICLES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NUMBER OF IMPOUNDED</a:t>
                      </a:r>
                      <a:r>
                        <a:rPr lang="en-US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VEHICLES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HPG Initiated Only)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cPr/>
                </a:tc>
                <a:tc rowSpan="3" grid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NUMBER OF HPG ISSUANCES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cPr/>
                </a:tc>
                <a:tc rowSpan="3" grid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CONFISCATED ITEMS IN VIOLATION OF PD 96</a:t>
                      </a:r>
                      <a:endParaRPr lang="en-US" sz="9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cPr/>
                </a:tc>
                <a:tc rowSpan="4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CASE FILED</a:t>
                      </a:r>
                      <a:endParaRPr lang="en-US" sz="9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Article 177 “Usurpation of authority (RA 3185)/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Prohibiting, among others, the wearing, use....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EO 297)/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Illegal use of uniform or insignia (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PD 38, Article 179)</a:t>
                      </a:r>
                      <a:endParaRPr lang="en-US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CONFISCATION/ REMOVAL</a:t>
                      </a:r>
                      <a:endParaRPr lang="en-US" sz="9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(HPG Seal/Logo/Rider Badges)</a:t>
                      </a:r>
                      <a:endParaRPr lang="en-US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/>
                </a:tc>
                <a:tc v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4638">
                <a:tc vMerge="1" gridSpan="2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hMerge="1">
                  <a:tcPr/>
                </a:tc>
                <a:tc vMerge="1" gridSpan="2">
                  <a:tcPr marL="3596" marR="3596" marT="3596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hMerge="1">
                  <a:tcPr marL="3596" marR="3596" marT="35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VIMS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CIRAS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OTHERS</a:t>
                      </a:r>
                      <a:endParaRPr lang="en-US" sz="9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(Flash</a:t>
                      </a:r>
                      <a:r>
                        <a:rPr lang="en-US" sz="9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 Alarmed, schemes/ modus involving MV/MC)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gridSpan="2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gridSpan="2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3596" marR="3596" marT="359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</a:tr>
              <a:tr h="228600">
                <a:tc vMerge="1" gridSpan="2">
                  <a:tcPr/>
                </a:tc>
                <a:tc vMerge="1" hMerge="1">
                  <a:tcPr/>
                </a:tc>
                <a:tc row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With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 WOA</a:t>
                      </a:r>
                      <a:endParaRPr lang="en-US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W/O</a:t>
                      </a:r>
                      <a:r>
                        <a:rPr lang="en-US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  WOA</a:t>
                      </a:r>
                      <a:endParaRPr lang="en-US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DIPO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 gridSpan="2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hMerge="1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gridSpan="2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gridSpan="2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gridSpan="2"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hMerge="1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gridSpan="2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gridSpan="2"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hMerge="1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MV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MC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</a:tr>
              <a:tr h="0">
                <a:tc vMerge="1" gridSpan="2">
                  <a:tcPr marL="2040" marR="2040" marT="2038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 hMerge="1">
                  <a:tcPr/>
                </a:tc>
                <a:tc vMerge="1"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MV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MC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MV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MC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MV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MC</a:t>
                      </a:r>
                      <a:endParaRPr 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MV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MC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TOPs</a:t>
                      </a:r>
                      <a:endParaRPr lang="en-US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OVRs/ TCTs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MV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MC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49497">
                <a:tc gridSpan="2">
                  <a:txBody>
                    <a:bodyPr/>
                    <a:lstStyle/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Allocated Points</a:t>
                      </a:r>
                      <a:endParaRPr lang="en-US" sz="9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indent="0" algn="ctr" defTabSz="16694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10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2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10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5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5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6694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10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6694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7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6694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10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6694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7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6694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3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6694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1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2040" marR="2040" marT="203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9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6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3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2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3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2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2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2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</a:rPr>
                        <a:t>1</a:t>
                      </a:r>
                      <a:endParaRPr lang="en-US" sz="9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9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100</a:t>
                      </a:r>
                      <a:endParaRPr lang="en-US" sz="900" b="1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12345">
                <a:tc rowSpan="7"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3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PHPT</a:t>
                      </a:r>
                      <a:endParaRPr lang="en-US" sz="13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North </a:t>
                      </a:r>
                      <a:r>
                        <a:rPr lang="en-US" sz="105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05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600">
                <a:tc vMerge="1">
                  <a:tcPr marL="2824" marR="2824" marT="26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Sultan </a:t>
                      </a:r>
                      <a:r>
                        <a:rPr lang="en-US" sz="105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Kudarat</a:t>
                      </a:r>
                      <a:endParaRPr lang="en-US" sz="105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27660">
                <a:tc vMerge="1">
                  <a:tcPr marL="2824" marR="2824" marT="26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South </a:t>
                      </a:r>
                      <a:r>
                        <a:rPr lang="en-US" sz="105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05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11905"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General Santos City</a:t>
                      </a:r>
                      <a:endParaRPr lang="en-US" sz="105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altLang="en-US" sz="11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PH" alt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altLang="en-US" sz="11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en-PH" alt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r>
                        <a:rPr lang="en-PH" altLang="en-US" sz="11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en-PH" alt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PH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alt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r>
                        <a:rPr lang="en-US" sz="1200" b="0" dirty="0"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97873">
                <a:tc vMerge="1">
                  <a:tcPr marL="2824" marR="2824" marT="26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05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Sarangani</a:t>
                      </a:r>
                      <a:endParaRPr lang="en-US" sz="105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8600"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HQs/SOT</a:t>
                      </a:r>
                      <a:endParaRPr lang="en-US" sz="105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PH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PH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PH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PH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18393">
                <a:tc vMerge="1">
                  <a:tcPr marL="2824" marR="2824" marT="26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TOTAL</a:t>
                      </a:r>
                      <a:endParaRPr lang="en-US" sz="105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2040" marR="2040" marT="203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82" marR="6882" marT="74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PH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PH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endParaRPr 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40" marR="2040" marT="2038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1" y="70272"/>
            <a:ext cx="13808075" cy="570089"/>
            <a:chOff x="0" y="90106"/>
            <a:chExt cx="19110325" cy="804721"/>
          </a:xfrm>
        </p:grpSpPr>
        <p:sp>
          <p:nvSpPr>
            <p:cNvPr id="5" name="TextBox 4"/>
            <p:cNvSpPr txBox="1"/>
            <p:nvPr/>
          </p:nvSpPr>
          <p:spPr>
            <a:xfrm>
              <a:off x="0" y="90106"/>
              <a:ext cx="19110325" cy="80472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107368" tIns="53688" rIns="107368" bIns="53688" rtlCol="0">
              <a:spAutoFit/>
            </a:bodyPr>
            <a:lstStyle>
              <a:defPPr>
                <a:defRPr lang="en-US"/>
              </a:defPPr>
              <a:lvl1pPr algn="ctr">
                <a:defRPr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defTabSz="1547495"/>
              <a:endParaRPr lang="en-US" sz="3000" dirty="0">
                <a:solidFill>
                  <a:prstClr val="black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" y="101535"/>
              <a:ext cx="19110324" cy="735005"/>
            </a:xfrm>
            <a:prstGeom prst="rect">
              <a:avLst/>
            </a:prstGeom>
          </p:spPr>
          <p:txBody>
            <a:bodyPr wrap="square" lIns="91348" tIns="45671" rIns="91348" bIns="45671">
              <a:spAutoFit/>
            </a:bodyPr>
            <a:lstStyle/>
            <a:p>
              <a:pPr algn="ctr" defTabSz="1547495"/>
              <a:r>
                <a:rPr lang="en-US" sz="27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WEEKLY ASSESMENT FOR October </a:t>
              </a:r>
              <a:r>
                <a:rPr lang="en-US" altLang="pt-BR" sz="2800" b="1" dirty="0">
                  <a:solidFill>
                    <a:prstClr val="black"/>
                  </a:solidFill>
                  <a:latin typeface="Bookman Old Style" panose="02050604050505020204" pitchFamily="18" charset="0"/>
                  <a:ea typeface="Roboto Condensed"/>
                  <a:cs typeface="Roboto Condensed"/>
                  <a:sym typeface="Roboto Condensed"/>
                </a:rPr>
                <a:t>12-18</a:t>
              </a:r>
              <a:r>
                <a:rPr lang="pt-BR" sz="2800" b="1" dirty="0">
                  <a:latin typeface="Bookman Old Style" panose="02050604050505020204" pitchFamily="18" charset="0"/>
                  <a:ea typeface="Roboto Condensed"/>
                  <a:cs typeface="Roboto Condensed"/>
                  <a:sym typeface="Roboto Condensed"/>
                </a:rPr>
                <a:t>, 2026</a:t>
              </a:r>
              <a:endParaRPr lang="en-US"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" y="1156949"/>
            <a:ext cx="11399836" cy="4981609"/>
          </a:xfrm>
        </p:spPr>
        <p:txBody>
          <a:bodyPr lIns="164301" tIns="164301" rIns="164301" bIns="164301"/>
          <a:lstStyle/>
          <a:p>
            <a:pPr eaLnBrk="1" fontAlgn="auto" hangingPunct="1">
              <a:buClr>
                <a:schemeClr val="lt1"/>
              </a:buClr>
              <a:defRPr/>
            </a:pPr>
            <a:br>
              <a:rPr lang="en-US" sz="5400" b="1" dirty="0">
                <a:solidFill>
                  <a:schemeClr val="lt1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</a:br>
            <a:r>
              <a:rPr lang="en-US" sz="5400" b="1" dirty="0">
                <a:solidFill>
                  <a:schemeClr val="lt1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  <a:t>RHPU 12 WEEKLY ASSESSMENT</a:t>
            </a:r>
            <a:br>
              <a:rPr lang="en-US" sz="5400" b="1" dirty="0">
                <a:solidFill>
                  <a:schemeClr val="lt1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</a:br>
            <a:r>
              <a:rPr lang="en-US" sz="5400" b="1" dirty="0">
                <a:solidFill>
                  <a:schemeClr val="lt1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  <a:t>(</a:t>
            </a:r>
            <a:r>
              <a:rPr lang="en-US" sz="4400" b="1" dirty="0">
                <a:solidFill>
                  <a:srgbClr val="FF0000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  <a:t>October 12-</a:t>
            </a:r>
            <a:r>
              <a:rPr lang="en-PH" altLang="en-US" sz="4400" b="1" dirty="0">
                <a:solidFill>
                  <a:srgbClr val="FF0000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  <a:t>16</a:t>
            </a:r>
            <a:r>
              <a:rPr lang="pt-BR" sz="4400" b="1" dirty="0">
                <a:solidFill>
                  <a:srgbClr val="FF0000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  <a:t>, 2026</a:t>
            </a:r>
            <a:r>
              <a:rPr lang="en-US" sz="4800" b="1" dirty="0">
                <a:solidFill>
                  <a:schemeClr val="bg1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  <a:t>)</a:t>
            </a:r>
            <a:br>
              <a:rPr lang="en-US" sz="2600" b="1" dirty="0">
                <a:solidFill>
                  <a:schemeClr val="lt1"/>
                </a:solidFill>
                <a:latin typeface="Bookman Old Style" panose="02050604050505020204" pitchFamily="18" charset="0"/>
                <a:ea typeface="Roboto Condensed"/>
                <a:cs typeface="Roboto Condensed"/>
                <a:sym typeface="Roboto Condensed"/>
              </a:rPr>
            </a:br>
            <a:endParaRPr lang="en-US" sz="2600" b="1" dirty="0">
              <a:solidFill>
                <a:schemeClr val="lt1"/>
              </a:solidFill>
              <a:latin typeface="Bookman Old Style" panose="02050604050505020204" pitchFamily="18" charset="0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171" name="Picture 2" descr="NEW PNP LOGO 200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837" y="2425194"/>
            <a:ext cx="1821883" cy="2766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 descr="FINAL-PCO-smal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28437" y="4025710"/>
            <a:ext cx="1877876" cy="2331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9748346" y="5440680"/>
            <a:ext cx="858934" cy="6867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10705400" y="5421633"/>
            <a:ext cx="431009" cy="705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837" y="1066800"/>
            <a:ext cx="9677400" cy="459105"/>
          </a:xfrm>
          <a:prstGeom prst="rect">
            <a:avLst/>
          </a:prstGeom>
          <a:noFill/>
        </p:spPr>
        <p:txBody>
          <a:bodyPr wrap="square" lIns="91424" tIns="45713" rIns="91424" bIns="45713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 VEHICLE/ MOTORCYCLE RECOVERY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9037" y="2146300"/>
          <a:ext cx="8382000" cy="254889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</a:tblGrid>
              <a:tr h="390525"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IMPOUNDED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PHPT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North </a:t>
                      </a:r>
                      <a:r>
                        <a:rPr lang="en-US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Sultan </a:t>
                      </a:r>
                      <a:r>
                        <a:rPr lang="en-US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Kudarat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South </a:t>
                      </a:r>
                      <a:r>
                        <a:rPr lang="en-US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General Santos City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altLang="en-US" sz="110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PH" alt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altLang="en-US" sz="11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en-PH" alt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H" altLang="en-US" sz="11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en-PH" alt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Sarangani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0" algn="ctr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SOT</a:t>
                      </a:r>
                      <a:endParaRPr 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32867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15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SUZUKI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MBG9035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MH23S-897342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K6A-A304015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VIOLET/BLACK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MANTAWIN, DHATS SALIK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PALITAN, TUPI SOUTH COTABATO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ESMAEL, BAI-ANN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Labangal,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 VEHICLE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4000" t="46222" r="60000"/>
          <a:stretch>
            <a:fillRect/>
          </a:stretch>
        </p:blipFill>
        <p:spPr>
          <a:xfrm>
            <a:off x="884555" y="2895600"/>
            <a:ext cx="3663315" cy="31813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29311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15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SUZUKI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MBF3706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DA52T-227719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F6A-2088916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APPLE GREEN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84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TUA, MOHAMMAD SAUDI SAMAD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351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LUMATIL, MAASIM SARANGANI PROVINCE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TUA, MOHAMMAD SAUDI SAMAD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LUMATIL, MAASIM SARANGANI PROVINCE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 VEHICLE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5224" r="25563"/>
          <a:stretch>
            <a:fillRect/>
          </a:stretch>
        </p:blipFill>
        <p:spPr>
          <a:xfrm>
            <a:off x="884555" y="2895600"/>
            <a:ext cx="3689350" cy="32067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29311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15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HOWO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NBO9152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***********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***********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WHITE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84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TOQUIB, JOHN CARL BAGOBE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351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FATIMA,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TOQUIB, JOHN CARL BAGOBE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FATIMA,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 VEHICLE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32077" t="35109" r="33708" b="18264"/>
          <a:stretch>
            <a:fillRect/>
          </a:stretch>
        </p:blipFill>
        <p:spPr>
          <a:xfrm>
            <a:off x="884555" y="2895600"/>
            <a:ext cx="3637915" cy="31572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29311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15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MITSUBISHI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NID1492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***********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4N14UAL2290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WHITE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84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ESCALIRA, SANDY GODINEZ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351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SIRAWAN, TORIL, DAVAO CITY, DAVAO DEL SUR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THFOOD INDUSTRIES INC.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TABOK MANDAUE CITY CEBU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 VEHICLE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8000" t="24889" r="36000" b="4000"/>
          <a:stretch>
            <a:fillRect/>
          </a:stretch>
        </p:blipFill>
        <p:spPr>
          <a:xfrm>
            <a:off x="884555" y="2895600"/>
            <a:ext cx="3658870" cy="31496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32867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12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</a:t>
                      </a:r>
                      <a:r>
                        <a:rPr lang="en-US" altLang="en-PH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Conel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KAWASAKI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564MQN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MC2A76311PA2A32267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DYXWMM52569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BLACK/RED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</a:t>
                      </a: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CAPISTRANO VINCENT SEBAN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DAD NORTH,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CAPISTRANO VINCENT SEBAN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DAD NORTH,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8164" t="2941" r="14711" b="14706"/>
          <a:stretch>
            <a:fillRect/>
          </a:stretch>
        </p:blipFill>
        <p:spPr>
          <a:xfrm>
            <a:off x="948055" y="2895600"/>
            <a:ext cx="3607435" cy="32073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32867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12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</a:t>
                      </a:r>
                      <a:r>
                        <a:rPr lang="en-US" altLang="en-PH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Conel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KAWASAKI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M7209M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MD2A76BX0SWH12941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DYXWSH29892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BLACK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DRIVER LICENSE</a:t>
                      </a: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ISLA RONIO GUNDANG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SITIO MOTOKLING T’BOLI SOUTH COTABATO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NETNET BANDAAN BONG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SITIO MOTOKLING T’BOLI SOUTH COTABATO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b="11765"/>
          <a:stretch>
            <a:fillRect/>
          </a:stretch>
        </p:blipFill>
        <p:spPr>
          <a:xfrm>
            <a:off x="922020" y="2934970"/>
            <a:ext cx="3583940" cy="31667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32867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12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</a:t>
                      </a:r>
                      <a:r>
                        <a:rPr lang="en-US" altLang="en-PH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Conel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HONDA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 REGISTRATION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***********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***********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BLACK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</a:t>
                      </a: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JAIME CHARLES ANDRIAN GALANG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BRGY SAN ISIDRO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JAIME CHARLES ANDRIAN GALANG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BRGY SAN ISIDRO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22549" r="21242"/>
          <a:stretch>
            <a:fillRect/>
          </a:stretch>
        </p:blipFill>
        <p:spPr>
          <a:xfrm>
            <a:off x="923925" y="2895600"/>
            <a:ext cx="3580765" cy="317309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32867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12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</a:t>
                      </a:r>
                      <a:r>
                        <a:rPr lang="en-US" altLang="en-PH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Conel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HONDA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727MDW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KPG20062424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KPG20E062458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BLACK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DRIVER LICENSE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VINCENT DELOY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BRGY CALUMPANG GENERAL SANTOS CTIY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JAYSON DIOLA MULA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BRGY CALUMPANG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36928" r="6863"/>
          <a:stretch>
            <a:fillRect/>
          </a:stretch>
        </p:blipFill>
        <p:spPr>
          <a:xfrm>
            <a:off x="912495" y="2895600"/>
            <a:ext cx="3634740" cy="316420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32867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12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</a:t>
                      </a:r>
                      <a:r>
                        <a:rPr lang="en-US" altLang="en-PH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Conel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HONDA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M674CA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KRHV0068735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KRH10E062337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BLACK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</a:t>
                      </a: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DALAWAN RICKY MONTIL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LAKE SEBU SOUTH COTABATO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KIEL LAYOL LINGGAW 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PRK CENTRO DESAWO T’BOLI SOUTH COTABATO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r="14706"/>
          <a:stretch>
            <a:fillRect/>
          </a:stretch>
        </p:blipFill>
        <p:spPr>
          <a:xfrm>
            <a:off x="887095" y="2895600"/>
            <a:ext cx="3645535" cy="32340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320415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15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Apopong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Honda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189MRI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K81P2014457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351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JF78E7423710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03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BLACK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</a:t>
                      </a: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4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JALAPIT, DAVE ZECH BENDULA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SILWAY 8, POLOMOLOK SOUTH COTABATO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JED MEJIA JALAPIT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SILWAY 8, POLOMOLOK SOUTH COTABATO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35" y="2950210"/>
            <a:ext cx="3660140" cy="31508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284855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15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Apopong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Yamaha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M7971H</a:t>
                      </a:r>
                      <a:endParaRPr lang="en-US" altLang="en-PH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PA0SO992050043042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351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G3W1E-0146378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03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BLACK</a:t>
                      </a:r>
                      <a:endParaRPr lang="en-US" altLang="en-PH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</a:t>
                      </a: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not carried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84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Pablito, Kyamko Descartin jr.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PH" altLang="en-US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opong, General Santos City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PH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Pablito, Kyamko Descartin jr.</a:t>
                      </a:r>
                      <a:endParaRPr lang="en-US" altLang="en-PH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PH" altLang="en-US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</a:t>
                      </a:r>
                      <a:r>
                        <a:rPr lang="en-US" altLang="en-P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opong, General Santos City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3529" t="24754" r="35156" b="31364"/>
          <a:stretch>
            <a:fillRect/>
          </a:stretch>
        </p:blipFill>
        <p:spPr>
          <a:xfrm>
            <a:off x="896620" y="2895600"/>
            <a:ext cx="3612515" cy="318897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07720" y="2848610"/>
          <a:ext cx="11132185" cy="3295650"/>
        </p:xfrm>
        <a:graphic>
          <a:graphicData uri="http://schemas.openxmlformats.org/drawingml/2006/table">
            <a:tbl>
              <a:tblPr firstRow="1" firstCol="1" bandRow="1"/>
              <a:tblGrid>
                <a:gridCol w="3810000"/>
                <a:gridCol w="1835785"/>
                <a:gridCol w="5486400"/>
              </a:tblGrid>
              <a:tr h="195580">
                <a:tc rowSpan="16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243195" algn="l"/>
                        </a:tabLst>
                      </a:pPr>
                      <a:endParaRPr lang="en-US" sz="1000" b="0" dirty="0">
                        <a:effectLst/>
                        <a:latin typeface="Arial" panose="020B06040202020202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Date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 / Time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15</a:t>
                      </a:r>
                      <a:r>
                        <a:rPr lang="en-PH" altLang="en-US" sz="10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2026</a:t>
                      </a:r>
                      <a:endParaRPr lang="en-PH" altLang="en-US" sz="105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Place of Operation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NHW </a:t>
                      </a:r>
                      <a:r>
                        <a:rPr lang="en-PH" altLang="en-US" sz="105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Labangal, General Santos City</a:t>
                      </a:r>
                      <a:endParaRPr lang="en-PH" alt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383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Mode of Operation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AnCar</a:t>
                      </a:r>
                      <a:r>
                        <a:rPr lang="en-US" sz="105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, RA 4136 and Other related laws</a:t>
                      </a:r>
                      <a:endParaRPr lang="en-US" sz="105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606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Recovering unit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General Santos City HPT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Make/Type/Model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PH" sz="12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Yamaha</a:t>
                      </a:r>
                      <a:endParaRPr lang="en-US" altLang="en-PH" sz="12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Plate Number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PH" altLang="en-US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256MCX</a:t>
                      </a:r>
                      <a:endParaRPr lang="en-PH" altLang="en-US" sz="1050" b="1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208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Chassis Number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PH" altLang="en-US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PA0SG4910H0016529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351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Motor Number 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PH" altLang="en-US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G3J1E-0113703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03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Color    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WHITE</a:t>
                      </a:r>
                      <a:endParaRPr lang="en-PH" altLang="en-US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Violation/s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alt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Expired </a:t>
                      </a:r>
                      <a:r>
                        <a:rPr lang="en-US" altLang="en-PH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OR/CR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"ATTA"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84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050"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  <a:sym typeface="+mn-ea"/>
                        </a:rPr>
                        <a:t>Impounded for verification</a:t>
                      </a:r>
                      <a:endParaRPr lang="en-PH" alt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4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Driver/possessor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PH" altLang="en-US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Mansilla, John Mark P.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558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PH" altLang="en-US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Dadiangas North, General Santos City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Registered Owner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PH" altLang="en-US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Magsico, Anna Marie C.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63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Address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6543675" algn="l"/>
                        </a:tabLst>
                      </a:pPr>
                      <a:r>
                        <a:rPr lang="en-PH" altLang="en-US" sz="105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Apopong, General Santos City</a:t>
                      </a:r>
                      <a:endParaRPr lang="en-PH" altLang="en-US" sz="1050" b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06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</a:rPr>
                        <a:t>Action Taken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Inform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/>
                          <a:cs typeface="Arial" panose="020B0604020202020204" pitchFamily="34" charset="0"/>
                        </a:rPr>
                        <a:t> rightful owner to bring updated registration.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/>
                        <a:cs typeface="Arial" panose="020B0604020202020204" pitchFamily="34" charset="0"/>
                      </a:endParaRPr>
                    </a:p>
                  </a:txBody>
                  <a:tcPr marL="63153" marR="631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837" y="1066800"/>
            <a:ext cx="98904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33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</a:t>
            </a:r>
            <a:r>
              <a:rPr lang="en-PH" altLang="en-US" sz="28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OTORCYCLES RECOVERY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Picture 1" descr="82182"/>
          <p:cNvPicPr>
            <a:picLocks noChangeAspect="1"/>
          </p:cNvPicPr>
          <p:nvPr/>
        </p:nvPicPr>
        <p:blipFill>
          <a:blip r:embed="rId1"/>
          <a:srcRect t="18627" b="28431"/>
          <a:stretch>
            <a:fillRect/>
          </a:stretch>
        </p:blipFill>
        <p:spPr>
          <a:xfrm>
            <a:off x="841375" y="2848610"/>
            <a:ext cx="3754755" cy="326326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837" y="1066800"/>
            <a:ext cx="9677400" cy="461651"/>
          </a:xfrm>
          <a:prstGeom prst="rect">
            <a:avLst/>
          </a:prstGeom>
          <a:noFill/>
        </p:spPr>
        <p:txBody>
          <a:bodyPr wrap="square" lIns="91424" tIns="45713" rIns="91424" bIns="45713" rtlCol="0">
            <a:spAutoFit/>
          </a:bodyPr>
          <a:lstStyle/>
          <a:p>
            <a:pPr marL="0" marR="0" lvl="0" indent="0" algn="l" defTabSz="1232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ATTACHMENTS OF ENFORCEMENT OF TRAFFIC LAWS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93837" y="2510552"/>
          <a:ext cx="9296397" cy="3006362"/>
        </p:xfrm>
        <a:graphic>
          <a:graphicData uri="http://schemas.openxmlformats.org/drawingml/2006/table">
            <a:tbl>
              <a:tblPr/>
              <a:tblGrid>
                <a:gridCol w="2055145"/>
                <a:gridCol w="1600742"/>
                <a:gridCol w="1880170"/>
                <a:gridCol w="1880170"/>
                <a:gridCol w="1880170"/>
              </a:tblGrid>
              <a:tr h="39052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ENFORCEMENT OF TRAFFIC LAWS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95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PHPT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ISSUANCES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1950">
                <a:tc vMerge="1"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OVRs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TCTs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North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Sultan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Kudarat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South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General Santos City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r>
                        <a:rPr lang="en-PH" altLang="en-US" sz="11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en-PH" alt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altLang="en-PH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Sarangani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628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HQs/SOT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1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4008" y="1145225"/>
            <a:ext cx="8077200" cy="461651"/>
          </a:xfrm>
          <a:prstGeom prst="rect">
            <a:avLst/>
          </a:prstGeom>
          <a:noFill/>
        </p:spPr>
        <p:txBody>
          <a:bodyPr wrap="square" lIns="91424" tIns="45713" rIns="91424" bIns="45713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FILED IN COURT INVOLVED IN CARNAPPING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55908" y="2057400"/>
          <a:ext cx="8153400" cy="1560195"/>
        </p:xfrm>
        <a:graphic>
          <a:graphicData uri="http://schemas.openxmlformats.org/drawingml/2006/table">
            <a:tbl>
              <a:tblPr/>
              <a:tblGrid>
                <a:gridCol w="3064364"/>
                <a:gridCol w="5089036"/>
              </a:tblGrid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PHPT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TOTAL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North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Sultan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Kudarat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South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General Santos City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Sarangani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</a:rPr>
                        <a:t>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1237" y="851499"/>
            <a:ext cx="4261804" cy="461651"/>
          </a:xfrm>
          <a:prstGeom prst="rect">
            <a:avLst/>
          </a:prstGeom>
          <a:noFill/>
        </p:spPr>
        <p:txBody>
          <a:bodyPr wrap="square" lIns="91424" tIns="45713" rIns="91424" bIns="45713" rtlCol="0">
            <a:spAutoFit/>
          </a:bodyPr>
          <a:lstStyle/>
          <a:p>
            <a:pPr marL="0" marR="0" lvl="0" indent="0" algn="l" defTabSz="1232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DHPG PROGRAM THRUST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89037" y="2286000"/>
          <a:ext cx="10286998" cy="2726055"/>
        </p:xfrm>
        <a:graphic>
          <a:graphicData uri="http://schemas.openxmlformats.org/drawingml/2006/table">
            <a:tbl>
              <a:tblPr/>
              <a:tblGrid>
                <a:gridCol w="1793397"/>
                <a:gridCol w="1145745"/>
                <a:gridCol w="1662785"/>
                <a:gridCol w="366778"/>
                <a:gridCol w="2379151"/>
                <a:gridCol w="1469571"/>
                <a:gridCol w="1469571"/>
              </a:tblGrid>
              <a:tr h="177165"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</a:rPr>
                        <a:t>RECAPITULATION OF DPHG PROGRAM THRUST17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5622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PHPT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PD96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ART.</a:t>
                      </a:r>
                      <a:r>
                        <a:rPr lang="en-US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 177/ RA 3185/EO297/PD 38,ART179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CONFISCATION/ REMOVAL</a:t>
                      </a:r>
                      <a:endParaRPr lang="en-US" sz="11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167132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(HPG Seal/Logo/Rider Badges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03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MV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MC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North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Cotabato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Sultan </a:t>
                      </a:r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Kudarat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South Cotabato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General Santos City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Sarangani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  <a:tabLst>
                          <a:tab pos="914400" algn="l"/>
                        </a:tabLst>
                      </a:pPr>
                      <a:endParaRPr lang="en-US" sz="1200" b="0" dirty="0"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0" algn="l" defTabSz="1671320" rtl="0" eaLnBrk="1" fontAlgn="ctr" latinLnBrk="0" hangingPunct="1"/>
                      <a:r>
                        <a:rPr lang="en-US" sz="14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Arial" panose="020B0604020202020204"/>
                          <a:ea typeface="+mn-ea"/>
                          <a:cs typeface="+mn-cs"/>
                        </a:rPr>
                        <a:t>HQs/SOT</a:t>
                      </a:r>
                      <a:endParaRPr lang="en-US" sz="1400" b="1" i="0" u="none" strike="noStrike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6882" marR="6882" marT="74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</a:rPr>
                        <a:t>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5407" marR="5407" marT="53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PH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>
            <a:spLocks noGrp="1"/>
          </p:cNvSpPr>
          <p:nvPr>
            <p:ph type="ctrTitle" idx="4294967295"/>
          </p:nvPr>
        </p:nvSpPr>
        <p:spPr>
          <a:xfrm>
            <a:off x="442568" y="3093827"/>
            <a:ext cx="8793590" cy="288226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lIns="164301" tIns="164301" rIns="164301" bIns="164301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defRPr/>
            </a:pPr>
            <a:r>
              <a:rPr lang="en-US" sz="7300" b="1" dirty="0">
                <a:solidFill>
                  <a:schemeClr val="accent1">
                    <a:lumMod val="75000"/>
                  </a:scheme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END OF PRESENTATION</a:t>
            </a:r>
            <a:endParaRPr lang="en-US" sz="7300" b="1" dirty="0">
              <a:solidFill>
                <a:schemeClr val="accent1">
                  <a:lumMod val="75000"/>
                </a:schemeClr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7109" name="Picture 1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008" y="2439146"/>
            <a:ext cx="1845303" cy="253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FINAL-PCO-smal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61215" y="4749812"/>
            <a:ext cx="2071753" cy="2331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9010539" y="6962332"/>
            <a:ext cx="858934" cy="6867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9967595" y="6943282"/>
            <a:ext cx="431009" cy="7057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F3F3F3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F3F3F3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12621</Words>
  <Application>WPS Presentation</Application>
  <PresentationFormat>Custom</PresentationFormat>
  <Paragraphs>1353</Paragraphs>
  <Slides>19</Slides>
  <Notes>26</Notes>
  <HiddenSlides>21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SimSun</vt:lpstr>
      <vt:lpstr>Wingdings</vt:lpstr>
      <vt:lpstr>Roboto Condensed</vt:lpstr>
      <vt:lpstr>Segoe Print</vt:lpstr>
      <vt:lpstr>Arial</vt:lpstr>
      <vt:lpstr>Arvo</vt:lpstr>
      <vt:lpstr>Calibri</vt:lpstr>
      <vt:lpstr>Times New Roman</vt:lpstr>
      <vt:lpstr>Bookman Old Style</vt:lpstr>
      <vt:lpstr>Roboto Condensed</vt:lpstr>
      <vt:lpstr>Times New Roman</vt:lpstr>
      <vt:lpstr>Calibri</vt:lpstr>
      <vt:lpstr>Microsoft YaHei</vt:lpstr>
      <vt:lpstr>Arial Unicode MS</vt:lpstr>
      <vt:lpstr>Salerio template</vt:lpstr>
      <vt:lpstr>2_Office Theme</vt:lpstr>
      <vt:lpstr>1_Salerio template</vt:lpstr>
      <vt:lpstr>PowerPoint 演示文稿</vt:lpstr>
      <vt:lpstr> RHPU 12 WEEKLY ASSESSMENT (October 12-16, 2026)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END OF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HPG WEEKLY OPERATIONAL ACCOMPLISHMENTS  (JAN 10 TO JAN 16, 2022 VS JAN 17 TO 23, 2022)</dc:title>
  <dc:creator>LUN</dc:creator>
  <cp:lastModifiedBy>Mark Valdez</cp:lastModifiedBy>
  <cp:revision>2443</cp:revision>
  <cp:lastPrinted>2024-06-27T23:25:00Z</cp:lastPrinted>
  <dcterms:created xsi:type="dcterms:W3CDTF">2022-02-06T23:55:00Z</dcterms:created>
  <dcterms:modified xsi:type="dcterms:W3CDTF">2026-10-16T06:09:02Z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00ADBD9B79434F519D47BCF8AA2B7600_13</vt:lpwstr>
  </property>
</Properties>
</file>